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5A53-8640-5B20-E5D3-37940823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16EED-3433-1805-96AB-AA2633DC9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CE4E6-1205-9EDB-9641-F22BE774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35908-DECD-63AF-ED57-78CF22CE0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FB0D5-0469-418C-BD8C-AD0FE967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70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362B-A988-EF62-4731-A81AC684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1FA6-5E77-DAA9-653B-82B01EFE8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49D32-8C39-A4E9-DA5B-EE90C4A5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23276-EBEE-E878-1914-CF63DAA6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BB6F7-90DC-C4FB-3B0F-4570BCAC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25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0AF7-AE7E-4DD9-9B4F-C1892810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55950-1115-C859-4B00-A9BFA2375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2C3FB-E916-A532-8AE5-7A4E6D29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84FCF-5EEF-E373-7AE4-3DE56C21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23B5E-A60A-A5F9-2B60-17D001F7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931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E2C4-A5F5-0055-334D-3C8BAC94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14700-22D5-E0E5-C1DB-888436060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9ABB6-D57E-C3C1-73B7-551355AFD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1E32B-02FE-6F3F-CBBA-DB18434A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D18D3-CFD8-5EE2-FDD3-70272785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F622B-2C98-5883-3B79-A0F77BBE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D9D2-1C52-73F7-0694-7767452C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53CD3-DFAA-44EC-9DEA-B974E516D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43D67-2FDA-B8D3-BBCF-31C9B7799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C6136-6841-15B7-F8D0-0C896095D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C4F96A-B2E2-2346-2F8A-E3D6C1B50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E38F3B-E0C7-D8F0-ED90-DBAB56D2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D2C40A-E7FA-E3B0-EA17-FA7150B2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96763-1F0C-6F98-CBD5-5EC90BE0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90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E4B3-D67F-7719-D4B2-36BFA565E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0FF0C-C6A6-A366-DD48-DDEFFD7B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D631B-06E2-00AB-CE83-A6A13E82E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7E6F0-4EFE-5183-6066-70075057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99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554E1-D96D-AF57-2F53-9524B6A2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72C4F1-A517-A631-F09F-F443F1E5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A6D83-BA65-6F7D-BCA7-84AB2405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63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889FC-C927-BB72-6D10-40AEDAF6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567BC-8519-B30C-92FD-E2F788B65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AB9C8-3BAB-8A01-0A78-A36C273E9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CF022-45C2-9661-1362-DC239FB9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412CA-EF24-CD5B-6D65-C2E556EA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6AAD8-7E48-3D36-7246-3AA88565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574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00FE-4AE9-0D1D-3A91-2733A00A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9B3B0-3BA6-BEFE-B636-95515FEB3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FCAA9-C29D-C91A-B3F5-15D10BCEF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5C894-2870-51E8-F891-D2C98902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FCA0B-237D-D72F-D9CE-D6C543B7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6043A-08E2-9D20-80E9-0DC87198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38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3563-9EEC-0B2E-D74E-1A4F2D1A7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86862-25E7-0BFA-FCA2-129B56C64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AF4FC-C71A-1502-19BF-97D57A80B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139AF-E738-2C35-ECF6-D934E25B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4FCE3-A025-B58F-6667-C2E34D5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93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C6236-32D5-4B40-4ECB-513685C43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0DDEF-BCAA-FB19-BDA5-F4F39EE91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7A9A4-D12F-11C9-A836-F32CA33F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F0A5D-5159-38B5-C82B-81BF3075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A1449-1B97-8896-B665-D1773126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55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1B157-86B6-40C7-B7B7-804E21CA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45D4B-658C-62B1-B1FF-D13EBC353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7B3B-204F-908B-EBF1-7CDC637CA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823F4-6166-4266-8895-ADFD99A2514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E3C3-9606-BA02-6BBB-3DF345155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C6278-CD4C-4221-68B6-ACA865317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66EB-0995-4C9A-9679-C921A767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0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7BC24D-7E09-D208-33DF-65708FE02A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7446D1-7025-FE5A-259A-AC0C6BAFA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432ED1-76DB-2AA6-7744-89E0D5133E17}"/>
              </a:ext>
            </a:extLst>
          </p:cNvPr>
          <p:cNvSpPr txBox="1"/>
          <p:nvPr/>
        </p:nvSpPr>
        <p:spPr>
          <a:xfrm>
            <a:off x="154094" y="0"/>
            <a:ext cx="617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Aharoni" panose="02010803020104030203" pitchFamily="2" charset="-79"/>
                <a:cs typeface="Aharoni" panose="02010803020104030203" pitchFamily="2" charset="-79"/>
              </a:rPr>
              <a:t>Project</a:t>
            </a:r>
            <a:r>
              <a:rPr lang="en-IN" sz="3600" dirty="0">
                <a:latin typeface="Amasis MT Pro Black" panose="02040A04050005020304" pitchFamily="18" charset="0"/>
                <a:cs typeface="Aharoni" panose="02010803020104030203" pitchFamily="2" charset="-79"/>
              </a:rPr>
              <a:t>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382AC-0CE3-F4AD-D44C-2DBF9BE15D18}"/>
              </a:ext>
            </a:extLst>
          </p:cNvPr>
          <p:cNvSpPr txBox="1"/>
          <p:nvPr/>
        </p:nvSpPr>
        <p:spPr>
          <a:xfrm>
            <a:off x="2319866" y="184666"/>
            <a:ext cx="6163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masis MT Pro Black" panose="02040A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Real and Fake Job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32814-AC25-D14D-8C60-F1B829403A7D}"/>
              </a:ext>
            </a:extLst>
          </p:cNvPr>
          <p:cNvSpPr txBox="1"/>
          <p:nvPr/>
        </p:nvSpPr>
        <p:spPr>
          <a:xfrm>
            <a:off x="643467" y="892314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This project involves analyzing a dataset of job postings to determine patterns that can help distinguish real job postings from fake ones.</a:t>
            </a:r>
            <a:endParaRPr lang="en-IN" sz="2000" dirty="0">
              <a:latin typeface="Amasis MT Pro Medium" panose="020406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A3AE4-2FF3-B2B6-2F18-9F85635E455B}"/>
              </a:ext>
            </a:extLst>
          </p:cNvPr>
          <p:cNvSpPr txBox="1"/>
          <p:nvPr/>
        </p:nvSpPr>
        <p:spPr>
          <a:xfrm>
            <a:off x="643467" y="2001838"/>
            <a:ext cx="80517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Using data analysis and visualization, </a:t>
            </a:r>
            <a:r>
              <a:rPr lang="en-US" sz="2000" dirty="0" err="1">
                <a:latin typeface="Amasis MT Pro Medium" panose="02040604050005020304" pitchFamily="18" charset="0"/>
              </a:rPr>
              <a:t>i</a:t>
            </a:r>
            <a:r>
              <a:rPr lang="en-US" sz="2000" dirty="0">
                <a:latin typeface="Amasis MT Pro Medium" panose="02040604050005020304" pitchFamily="18" charset="0"/>
              </a:rPr>
              <a:t> explored features of job posts and identified insights that can help detect fraudulent postings.</a:t>
            </a:r>
            <a:endParaRPr lang="en-IN" sz="2000" dirty="0"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0A7E6B-9964-97E4-ABFE-B8EC6E6C235D}"/>
              </a:ext>
            </a:extLst>
          </p:cNvPr>
          <p:cNvSpPr txBox="1"/>
          <p:nvPr/>
        </p:nvSpPr>
        <p:spPr>
          <a:xfrm>
            <a:off x="1164166" y="4349859"/>
            <a:ext cx="111167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masis MT Pro" panose="02040504050005020304" pitchFamily="18" charset="0"/>
              </a:rPr>
              <a:t>Fake job postings are increasing online, which can mislead job seekers.</a:t>
            </a:r>
          </a:p>
          <a:p>
            <a:endParaRPr lang="en-US" sz="2400" dirty="0">
              <a:latin typeface="Amasis MT Pro" panose="020405040500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masis MT Pro" panose="02040504050005020304" pitchFamily="18" charset="0"/>
              </a:rPr>
              <a:t>The goal is to identify characteristics of fake vs real jobs using dataset analysis.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65E23-B14D-B137-A4CA-5E48F5361E58}"/>
              </a:ext>
            </a:extLst>
          </p:cNvPr>
          <p:cNvSpPr txBox="1"/>
          <p:nvPr/>
        </p:nvSpPr>
        <p:spPr>
          <a:xfrm>
            <a:off x="558800" y="3395990"/>
            <a:ext cx="6163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Problem </a:t>
            </a:r>
            <a:r>
              <a:rPr lang="en-US" sz="2400" b="1" dirty="0">
                <a:latin typeface="Amasis MT Pro Black" panose="02040A04050005020304" pitchFamily="18" charset="0"/>
                <a:cs typeface="Aharoni" panose="02010803020104030203" pitchFamily="2" charset="-79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38132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AA381-1CDA-6F6B-EF13-69632881D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3937E-5CB1-EA0D-3719-3271CC8438E9}"/>
              </a:ext>
            </a:extLst>
          </p:cNvPr>
          <p:cNvSpPr txBox="1"/>
          <p:nvPr/>
        </p:nvSpPr>
        <p:spPr>
          <a:xfrm>
            <a:off x="127000" y="12860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Aharoni" panose="02010803020104030203" pitchFamily="2" charset="-79"/>
                <a:cs typeface="Aharoni" panose="02010803020104030203" pitchFamily="2" charset="-79"/>
              </a:rPr>
              <a:t>Dataset</a:t>
            </a:r>
            <a:r>
              <a:rPr lang="en-IN" sz="3200" dirty="0">
                <a:latin typeface="Aharoni" panose="02010803020104030203" pitchFamily="2" charset="-79"/>
                <a:cs typeface="Aharoni" panose="02010803020104030203" pitchFamily="2" charset="-79"/>
              </a:rPr>
              <a:t>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20F1C-0DF2-C3B3-1589-3F77BA6A334D}"/>
              </a:ext>
            </a:extLst>
          </p:cNvPr>
          <p:cNvSpPr txBox="1"/>
          <p:nvPr/>
        </p:nvSpPr>
        <p:spPr>
          <a:xfrm>
            <a:off x="1007533" y="949867"/>
            <a:ext cx="96096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masis MT Pro Medium" panose="02040604050005020304" pitchFamily="18" charset="0"/>
              </a:rPr>
              <a:t>There are 3000 entries in this dataset, with 25 columns</a:t>
            </a:r>
          </a:p>
          <a:p>
            <a:r>
              <a:rPr lang="en-US" sz="2400" dirty="0">
                <a:latin typeface="Amasis MT Pro Medium" panose="020406040500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29BE0-D4E1-C0ED-AA58-E359E994A5D1}"/>
              </a:ext>
            </a:extLst>
          </p:cNvPr>
          <p:cNvSpPr txBox="1"/>
          <p:nvPr/>
        </p:nvSpPr>
        <p:spPr>
          <a:xfrm>
            <a:off x="1727200" y="1738974"/>
            <a:ext cx="61637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Each record represents a job listing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masis MT Pro" panose="020405040500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Target column: </a:t>
            </a:r>
            <a:r>
              <a:rPr lang="en-US" sz="2000" b="1" dirty="0" err="1">
                <a:latin typeface="Amasis MT Pro" panose="02040504050005020304" pitchFamily="18" charset="0"/>
              </a:rPr>
              <a:t>is_fake</a:t>
            </a:r>
            <a:endParaRPr lang="en-US" sz="2000" dirty="0">
              <a:latin typeface="Amasis MT Pro" panose="020405040500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0 → Real Job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1 → Fake Job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latin typeface="Amasis MT Pro" panose="020405040500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The dataset includes information such as: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Job title and industry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Salary range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Company name disclosure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Company website availability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" panose="02040504050005020304" pitchFamily="18" charset="0"/>
              </a:rPr>
              <a:t> Education and experience requirements</a:t>
            </a:r>
          </a:p>
        </p:txBody>
      </p:sp>
    </p:spTree>
    <p:extLst>
      <p:ext uri="{BB962C8B-B14F-4D97-AF65-F5344CB8AC3E}">
        <p14:creationId xmlns:p14="http://schemas.microsoft.com/office/powerpoint/2010/main" val="76052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5AE6D-03FD-A5E4-47F9-F8289EAC8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36E217-9096-AB14-B538-47A362796839}"/>
              </a:ext>
            </a:extLst>
          </p:cNvPr>
          <p:cNvSpPr txBox="1"/>
          <p:nvPr/>
        </p:nvSpPr>
        <p:spPr>
          <a:xfrm>
            <a:off x="1236133" y="1249741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masis MT Pro Medium" panose="02040604050005020304" pitchFamily="18" charset="0"/>
              </a:rPr>
              <a:t>Microsoft Excel</a:t>
            </a:r>
          </a:p>
          <a:p>
            <a:endParaRPr lang="en-IN" sz="2000" dirty="0">
              <a:latin typeface="Amasis MT Pro Medium" panose="020406040500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Data cleaning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Duplicate checking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Helper column creation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Initial data understanding</a:t>
            </a:r>
          </a:p>
          <a:p>
            <a:pPr lvl="1"/>
            <a:endParaRPr lang="en-IN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masis MT Pro Medium" panose="02040604050005020304" pitchFamily="18" charset="0"/>
              </a:rPr>
              <a:t>Power BI</a:t>
            </a:r>
          </a:p>
          <a:p>
            <a:endParaRPr lang="en-IN" sz="2000" dirty="0">
              <a:latin typeface="Amasis MT Pro Medium" panose="020406040500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Data </a:t>
            </a:r>
            <a:r>
              <a:rPr lang="en-IN" sz="2000" dirty="0" err="1">
                <a:latin typeface="Amasis MT Pro Medium" panose="02040604050005020304" pitchFamily="18" charset="0"/>
              </a:rPr>
              <a:t>modeling</a:t>
            </a:r>
            <a:endParaRPr lang="en-IN" sz="2000" dirty="0">
              <a:latin typeface="Amasis MT Pro Medium" panose="020406040500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DAX measures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Visual analytics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Amasis MT Pro Medium" panose="02040604050005020304" pitchFamily="18" charset="0"/>
              </a:rPr>
              <a:t>Interactive dashboard creation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2E3398-5AE6-E8C7-F818-7AC9F73D43DE}"/>
              </a:ext>
            </a:extLst>
          </p:cNvPr>
          <p:cNvSpPr txBox="1"/>
          <p:nvPr/>
        </p:nvSpPr>
        <p:spPr>
          <a:xfrm>
            <a:off x="330200" y="297871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Tools &amp; 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154242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6DDD60-955F-7240-25A9-8334EBBF3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36A7C1-F1CD-34E8-19BD-CF1780705102}"/>
              </a:ext>
            </a:extLst>
          </p:cNvPr>
          <p:cNvSpPr txBox="1"/>
          <p:nvPr/>
        </p:nvSpPr>
        <p:spPr>
          <a:xfrm>
            <a:off x="838199" y="939647"/>
            <a:ext cx="9846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masis MT Pro Medium" panose="02040604050005020304" pitchFamily="18" charset="0"/>
              </a:rPr>
              <a:t>dataset was cleaned and prepared using Excel before importing into Power BI:</a:t>
            </a:r>
          </a:p>
          <a:p>
            <a:endParaRPr lang="en-US" sz="2400" dirty="0">
              <a:latin typeface="Amasis MT Pro Medium" panose="020406040500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1DD9D-1CDB-B7BA-9E37-2F3D22992D86}"/>
              </a:ext>
            </a:extLst>
          </p:cNvPr>
          <p:cNvSpPr txBox="1"/>
          <p:nvPr/>
        </p:nvSpPr>
        <p:spPr>
          <a:xfrm>
            <a:off x="330200" y="244039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Data Cleaning &amp; Preparation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DCF08-8545-8AD9-AAC9-A59F74C31171}"/>
              </a:ext>
            </a:extLst>
          </p:cNvPr>
          <p:cNvSpPr txBox="1"/>
          <p:nvPr/>
        </p:nvSpPr>
        <p:spPr>
          <a:xfrm>
            <a:off x="1507068" y="1904980"/>
            <a:ext cx="616373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Checked for duplicate job records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Verified missing and inconsistent values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Created helper columns such as: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Fake vs Real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Salary Available (Yes/No)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Company Name Disclosed (Yes/No)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Has Company Website (Yes/No)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Removed unnecessary text-heavy columns to improve performance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Ensured correct data types for analysis</a:t>
            </a:r>
          </a:p>
        </p:txBody>
      </p:sp>
    </p:spTree>
    <p:extLst>
      <p:ext uri="{BB962C8B-B14F-4D97-AF65-F5344CB8AC3E}">
        <p14:creationId xmlns:p14="http://schemas.microsoft.com/office/powerpoint/2010/main" val="170690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F67276-06B4-0A87-40C4-878B8A18F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0D231-CCF9-F9B6-84B4-EA6FA3F2CFAA}"/>
              </a:ext>
            </a:extLst>
          </p:cNvPr>
          <p:cNvSpPr txBox="1"/>
          <p:nvPr/>
        </p:nvSpPr>
        <p:spPr>
          <a:xfrm>
            <a:off x="1532468" y="1765588"/>
            <a:ext cx="61637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Total Jobs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Fake Jobs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Real Jobs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Fake Job Percentage</a:t>
            </a:r>
          </a:p>
          <a:p>
            <a:endParaRPr lang="en-US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Fake Job Ratio by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A5B12-0436-ED54-67E5-CBA65D461A32}"/>
              </a:ext>
            </a:extLst>
          </p:cNvPr>
          <p:cNvSpPr txBox="1"/>
          <p:nvPr/>
        </p:nvSpPr>
        <p:spPr>
          <a:xfrm>
            <a:off x="296334" y="306401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Measures Created in Power BI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BAAA7-F17A-E472-3B85-67CE255F43FC}"/>
              </a:ext>
            </a:extLst>
          </p:cNvPr>
          <p:cNvSpPr txBox="1"/>
          <p:nvPr/>
        </p:nvSpPr>
        <p:spPr>
          <a:xfrm>
            <a:off x="889000" y="935967"/>
            <a:ext cx="8144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Key DAX measures were created to support analysis :</a:t>
            </a:r>
            <a:endParaRPr lang="en-IN" sz="20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021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17AC86-24FE-549B-6C23-87FA3F97C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8C9C89-FA12-EB4B-58DD-81F1FBE03F61}"/>
              </a:ext>
            </a:extLst>
          </p:cNvPr>
          <p:cNvSpPr txBox="1"/>
          <p:nvPr/>
        </p:nvSpPr>
        <p:spPr>
          <a:xfrm>
            <a:off x="1397001" y="1409331"/>
            <a:ext cx="63500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masis MT Pro Medium" panose="02040604050005020304" pitchFamily="18" charset="0"/>
              </a:rPr>
              <a:t>KPI Cards: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Total Job Postings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Total Fake Jobs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Total Real Jobs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Fake Job Percentage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masis MT Pro Medium" panose="02040604050005020304" pitchFamily="18" charset="0"/>
                <a:cs typeface="Aharoni" panose="02010803020104030203" pitchFamily="2" charset="-79"/>
              </a:rPr>
              <a:t>Charts &amp; Visuals:</a:t>
            </a:r>
          </a:p>
          <a:p>
            <a:pPr>
              <a:buNone/>
            </a:pPr>
            <a:endParaRPr lang="en-US" sz="2000" b="1" dirty="0">
              <a:latin typeface="Amasis MT Pro Medium" panose="02040604050005020304" pitchFamily="18" charset="0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Fake vs Real Job Distribution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Industry-wise Fake Job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masis MT Pro Medium" panose="02040604050005020304" pitchFamily="18" charset="0"/>
              </a:rPr>
              <a:t>Interactivity:</a:t>
            </a:r>
          </a:p>
          <a:p>
            <a:endParaRPr lang="en-US" sz="2000" b="1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Slicers for filtering data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Consistent color coding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asis MT Pro Medium" panose="02040604050005020304" pitchFamily="18" charset="0"/>
              </a:rPr>
              <a:t>Clear titles and labels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CA19E-6137-6403-2288-25D469E59FE2}"/>
              </a:ext>
            </a:extLst>
          </p:cNvPr>
          <p:cNvSpPr txBox="1"/>
          <p:nvPr/>
        </p:nvSpPr>
        <p:spPr>
          <a:xfrm>
            <a:off x="296333" y="200567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Dashboard &amp; Visual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64372-3B7F-1F7C-7ED6-6A7507402BC8}"/>
              </a:ext>
            </a:extLst>
          </p:cNvPr>
          <p:cNvSpPr txBox="1"/>
          <p:nvPr/>
        </p:nvSpPr>
        <p:spPr>
          <a:xfrm>
            <a:off x="901701" y="866504"/>
            <a:ext cx="7340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An interactive Power BI dashboard was created with:</a:t>
            </a:r>
          </a:p>
        </p:txBody>
      </p:sp>
    </p:spTree>
    <p:extLst>
      <p:ext uri="{BB962C8B-B14F-4D97-AF65-F5344CB8AC3E}">
        <p14:creationId xmlns:p14="http://schemas.microsoft.com/office/powerpoint/2010/main" val="133792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A3DD2-BEF8-F865-C8B0-202F1B414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A1293F-FA36-241B-2C48-EFA96F93609E}"/>
              </a:ext>
            </a:extLst>
          </p:cNvPr>
          <p:cNvSpPr txBox="1"/>
          <p:nvPr/>
        </p:nvSpPr>
        <p:spPr>
          <a:xfrm>
            <a:off x="1134534" y="608674"/>
            <a:ext cx="616373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Nearly </a:t>
            </a:r>
            <a:r>
              <a:rPr lang="en-US" sz="2000" b="1" dirty="0">
                <a:latin typeface="Amasis MT Pro Medium" panose="02040604050005020304" pitchFamily="18" charset="0"/>
              </a:rPr>
              <a:t>50% of job postings are fake</a:t>
            </a:r>
            <a:r>
              <a:rPr lang="en-US" sz="2000" dirty="0">
                <a:latin typeface="Amasis MT Pro Medium" panose="02040604050005020304" pitchFamily="18" charset="0"/>
              </a:rPr>
              <a:t>, highlighting the seriousness of job fraud.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Fake jobs often:</a:t>
            </a:r>
          </a:p>
          <a:p>
            <a:endParaRPr lang="en-US" sz="2000" dirty="0">
              <a:latin typeface="Amasis MT Pro Medium" panose="020406040500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Do not disclose company names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Do not provide salary information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Have limited or vague requirements</a:t>
            </a:r>
          </a:p>
          <a:p>
            <a:pPr lvl="1"/>
            <a:endParaRPr lang="en-US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Real jobs show higher transparency in: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Company identity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Website availability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Job requirements</a:t>
            </a:r>
          </a:p>
          <a:p>
            <a:pPr lvl="1"/>
            <a:endParaRPr lang="en-US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masis MT Pro Medium" panose="02040604050005020304" pitchFamily="18" charset="0"/>
              </a:rPr>
              <a:t>Certain industries attract more fake job postings than others.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A2013-CB33-D7F9-85C8-37379BBCA323}"/>
              </a:ext>
            </a:extLst>
          </p:cNvPr>
          <p:cNvSpPr txBox="1"/>
          <p:nvPr/>
        </p:nvSpPr>
        <p:spPr>
          <a:xfrm>
            <a:off x="220134" y="260341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139939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A2FECE-F445-5BA4-FB7B-41269F11E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6CF4D6-D1BB-19BA-E847-4C6B1A981555}"/>
              </a:ext>
            </a:extLst>
          </p:cNvPr>
          <p:cNvSpPr txBox="1"/>
          <p:nvPr/>
        </p:nvSpPr>
        <p:spPr>
          <a:xfrm>
            <a:off x="1295400" y="1640469"/>
            <a:ext cx="81195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Helps </a:t>
            </a:r>
            <a:r>
              <a:rPr lang="en-US" sz="2000" b="1" dirty="0">
                <a:latin typeface="Amasis MT Pro Medium" panose="02040604050005020304" pitchFamily="18" charset="0"/>
              </a:rPr>
              <a:t>job seekers</a:t>
            </a:r>
            <a:r>
              <a:rPr lang="en-US" sz="2000" dirty="0">
                <a:latin typeface="Amasis MT Pro Medium" panose="02040604050005020304" pitchFamily="18" charset="0"/>
              </a:rPr>
              <a:t> identify suspicious job postings</a:t>
            </a:r>
          </a:p>
          <a:p>
            <a:endParaRPr lang="en-US" sz="2000" dirty="0">
              <a:latin typeface="Amasis MT Pro Medium" panose="020406040500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Can be used by </a:t>
            </a:r>
            <a:r>
              <a:rPr lang="en-US" sz="2000" b="1" dirty="0">
                <a:latin typeface="Amasis MT Pro Medium" panose="02040604050005020304" pitchFamily="18" charset="0"/>
              </a:rPr>
              <a:t>job portals</a:t>
            </a:r>
            <a:r>
              <a:rPr lang="en-US" sz="2000" dirty="0">
                <a:latin typeface="Amasis MT Pro Medium" panose="02040604050005020304" pitchFamily="18" charset="0"/>
              </a:rPr>
              <a:t> to flag risky listings</a:t>
            </a:r>
          </a:p>
          <a:p>
            <a:endParaRPr lang="en-US" sz="2000" dirty="0">
              <a:latin typeface="Amasis MT Pro Medium" panose="020406040500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Supports </a:t>
            </a:r>
            <a:r>
              <a:rPr lang="en-US" sz="2000" b="1" dirty="0">
                <a:latin typeface="Amasis MT Pro Medium" panose="02040604050005020304" pitchFamily="18" charset="0"/>
              </a:rPr>
              <a:t>fraud detection teams</a:t>
            </a:r>
            <a:r>
              <a:rPr lang="en-US" sz="2000" dirty="0">
                <a:latin typeface="Amasis MT Pro Medium" panose="02040604050005020304" pitchFamily="18" charset="0"/>
              </a:rPr>
              <a:t> in decision-making</a:t>
            </a:r>
          </a:p>
          <a:p>
            <a:endParaRPr lang="en-US" sz="2000" dirty="0">
              <a:latin typeface="Amasis MT Pro Medium" panose="020406040500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Improves trust and safety in online recruitment platforms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B858A-993F-50F6-A0EC-3C6E581BD4BF}"/>
              </a:ext>
            </a:extLst>
          </p:cNvPr>
          <p:cNvSpPr txBox="1"/>
          <p:nvPr/>
        </p:nvSpPr>
        <p:spPr>
          <a:xfrm>
            <a:off x="338667" y="458799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Business Impact &amp; Use Case</a:t>
            </a:r>
          </a:p>
        </p:txBody>
      </p:sp>
    </p:spTree>
    <p:extLst>
      <p:ext uri="{BB962C8B-B14F-4D97-AF65-F5344CB8AC3E}">
        <p14:creationId xmlns:p14="http://schemas.microsoft.com/office/powerpoint/2010/main" val="381698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56D78-BD6C-FB53-D6A9-3803E1332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C4BB6B-4EA6-A7AE-BEFA-7475377B3D35}"/>
              </a:ext>
            </a:extLst>
          </p:cNvPr>
          <p:cNvSpPr txBox="1"/>
          <p:nvPr/>
        </p:nvSpPr>
        <p:spPr>
          <a:xfrm>
            <a:off x="1193799" y="821154"/>
            <a:ext cx="79332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latin typeface="Amasis MT Pro Medium" panose="020406040500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This project successfully demonstrates how </a:t>
            </a:r>
            <a:r>
              <a:rPr lang="en-US" sz="2000" b="1" dirty="0">
                <a:latin typeface="Amasis MT Pro Medium" panose="02040604050005020304" pitchFamily="18" charset="0"/>
              </a:rPr>
              <a:t>data cleaning, analysis, and visualization</a:t>
            </a:r>
            <a:r>
              <a:rPr lang="en-US" sz="2000" dirty="0">
                <a:latin typeface="Amasis MT Pro Medium" panose="02040604050005020304" pitchFamily="18" charset="0"/>
              </a:rPr>
              <a:t> can be used to uncover meaningful patterns behind fake job postings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BB9D4-E51D-E54B-96FE-41E887F455D5}"/>
              </a:ext>
            </a:extLst>
          </p:cNvPr>
          <p:cNvSpPr txBox="1"/>
          <p:nvPr/>
        </p:nvSpPr>
        <p:spPr>
          <a:xfrm>
            <a:off x="304800" y="297934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7773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74248-C57C-778D-DAC2-32B177A84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A2724F-3131-0A6D-B8CF-47F7F6EF6822}"/>
              </a:ext>
            </a:extLst>
          </p:cNvPr>
          <p:cNvSpPr txBox="1"/>
          <p:nvPr/>
        </p:nvSpPr>
        <p:spPr>
          <a:xfrm>
            <a:off x="4715934" y="2905780"/>
            <a:ext cx="6163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Aharoni" panose="02010803020104030203" pitchFamily="2" charset="-79"/>
                <a:cs typeface="Aharoni" panose="02010803020104030203" pitchFamily="2" charset="-79"/>
              </a:rPr>
              <a:t>Thank You....</a:t>
            </a:r>
          </a:p>
        </p:txBody>
      </p:sp>
    </p:spTree>
    <p:extLst>
      <p:ext uri="{BB962C8B-B14F-4D97-AF65-F5344CB8AC3E}">
        <p14:creationId xmlns:p14="http://schemas.microsoft.com/office/powerpoint/2010/main" val="83763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452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Aharoni</vt:lpstr>
      <vt:lpstr>Amasis MT Pro</vt:lpstr>
      <vt:lpstr>Amasis MT Pro Black</vt:lpstr>
      <vt:lpstr>Amasis MT Pro Medium</vt:lpstr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Sanny Nikam</dc:creator>
  <cp:lastModifiedBy>Sanny Nikam</cp:lastModifiedBy>
  <cp:revision>2</cp:revision>
  <dcterms:created xsi:type="dcterms:W3CDTF">2026-01-12T20:26:47Z</dcterms:created>
  <dcterms:modified xsi:type="dcterms:W3CDTF">2026-01-13T05:53:55Z</dcterms:modified>
</cp:coreProperties>
</file>